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37"/>
    <p:restoredTop sz="94674"/>
  </p:normalViewPr>
  <p:slideViewPr>
    <p:cSldViewPr snapToGrid="0">
      <p:cViewPr>
        <p:scale>
          <a:sx n="125" d="100"/>
          <a:sy n="125" d="100"/>
        </p:scale>
        <p:origin x="1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4BED8-7938-8743-A709-EF3D1C5792F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68D1-3C40-B348-AB4F-8D515136CE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4BED8-7938-8743-A709-EF3D1C5792F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68D1-3C40-B348-AB4F-8D515136CE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4BED8-7938-8743-A709-EF3D1C5792F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68D1-3C40-B348-AB4F-8D515136CE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4BED8-7938-8743-A709-EF3D1C5792F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68D1-3C40-B348-AB4F-8D515136CE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4BED8-7938-8743-A709-EF3D1C5792F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68D1-3C40-B348-AB4F-8D515136CE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4BED8-7938-8743-A709-EF3D1C5792F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68D1-3C40-B348-AB4F-8D515136CE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4BED8-7938-8743-A709-EF3D1C5792F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68D1-3C40-B348-AB4F-8D515136CE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4BED8-7938-8743-A709-EF3D1C5792F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68D1-3C40-B348-AB4F-8D515136CE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4BED8-7938-8743-A709-EF3D1C5792F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68D1-3C40-B348-AB4F-8D515136CE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4BED8-7938-8743-A709-EF3D1C5792F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68D1-3C40-B348-AB4F-8D515136CE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E4BED8-7938-8743-A709-EF3D1C5792F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68D1-3C40-B348-AB4F-8D515136CE0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E4BED8-7938-8743-A709-EF3D1C5792F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2A68D1-3C40-B348-AB4F-8D515136CE0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995" y="3816844"/>
            <a:ext cx="789479" cy="8851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91294" y="4809368"/>
            <a:ext cx="774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video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076" y="3399529"/>
            <a:ext cx="1507186" cy="167465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368" y="1668516"/>
            <a:ext cx="1255988" cy="1483262"/>
          </a:xfrm>
          <a:prstGeom prst="rect">
            <a:avLst/>
          </a:prstGeom>
        </p:spPr>
      </p:pic>
      <p:cxnSp>
        <p:nvCxnSpPr>
          <p:cNvPr id="12" name="Straight Arrow Connector 11"/>
          <p:cNvCxnSpPr>
            <a:stCxn id="7" idx="3"/>
            <a:endCxn id="9" idx="1"/>
          </p:cNvCxnSpPr>
          <p:nvPr/>
        </p:nvCxnSpPr>
        <p:spPr>
          <a:xfrm flipV="1">
            <a:off x="980474" y="4236855"/>
            <a:ext cx="638602" cy="225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9" idx="3"/>
            <a:endCxn id="10" idx="1"/>
          </p:cNvCxnSpPr>
          <p:nvPr/>
        </p:nvCxnSpPr>
        <p:spPr>
          <a:xfrm flipV="1">
            <a:off x="3126262" y="2410147"/>
            <a:ext cx="851106" cy="18267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31808" y="3981848"/>
            <a:ext cx="9434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抽帧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3193033" y="3927624"/>
            <a:ext cx="17175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MAST3R-SLAM</a:t>
            </a:r>
            <a:endParaRPr lang="en-US" sz="1400" dirty="0"/>
          </a:p>
          <a:p>
            <a:r>
              <a:rPr lang="en-US" sz="1400" dirty="0" err="1"/>
              <a:t>计算位姿</a:t>
            </a:r>
            <a:r>
              <a:rPr lang="zh-CN" altLang="en-US" sz="1400" dirty="0"/>
              <a:t> 稠密重建</a:t>
            </a:r>
            <a:endParaRPr lang="en-US" sz="1400" dirty="0"/>
          </a:p>
        </p:txBody>
      </p:sp>
      <p:sp>
        <p:nvSpPr>
          <p:cNvPr id="22" name="TextBox 21"/>
          <p:cNvSpPr txBox="1"/>
          <p:nvPr/>
        </p:nvSpPr>
        <p:spPr>
          <a:xfrm>
            <a:off x="1793372" y="5059574"/>
            <a:ext cx="12072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图片序列</a:t>
            </a:r>
            <a:endParaRPr lang="en-US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3837598" y="3145802"/>
            <a:ext cx="15306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关键帧序列</a:t>
            </a:r>
            <a:endParaRPr lang="en-US" sz="14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3317" y="4721659"/>
            <a:ext cx="1507187" cy="1380931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481160" y="6108313"/>
            <a:ext cx="188708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初始化点云</a:t>
            </a:r>
            <a:endParaRPr lang="en-US" sz="1400" dirty="0"/>
          </a:p>
        </p:txBody>
      </p:sp>
      <p:cxnSp>
        <p:nvCxnSpPr>
          <p:cNvPr id="27" name="Straight Arrow Connector 26"/>
          <p:cNvCxnSpPr>
            <a:stCxn id="9" idx="3"/>
            <a:endCxn id="24" idx="1"/>
          </p:cNvCxnSpPr>
          <p:nvPr/>
        </p:nvCxnSpPr>
        <p:spPr>
          <a:xfrm>
            <a:off x="3126262" y="4236855"/>
            <a:ext cx="387055" cy="11752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704" y="4727382"/>
            <a:ext cx="1442154" cy="1380931"/>
          </a:xfrm>
          <a:prstGeom prst="rect">
            <a:avLst/>
          </a:prstGeom>
        </p:spPr>
      </p:pic>
      <p:cxnSp>
        <p:nvCxnSpPr>
          <p:cNvPr id="32" name="Straight Arrow Connector 31"/>
          <p:cNvCxnSpPr>
            <a:stCxn id="24" idx="3"/>
            <a:endCxn id="30" idx="1"/>
          </p:cNvCxnSpPr>
          <p:nvPr/>
        </p:nvCxnSpPr>
        <p:spPr>
          <a:xfrm>
            <a:off x="5020504" y="5412125"/>
            <a:ext cx="707200" cy="5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536820" y="6069938"/>
            <a:ext cx="19143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场景级3DGS点云</a:t>
            </a:r>
            <a:endParaRPr 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4815054" y="4889153"/>
            <a:ext cx="110637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3DGS</a:t>
            </a:r>
            <a:endParaRPr lang="en-US" altLang="zh-CN" sz="1400" dirty="0"/>
          </a:p>
          <a:p>
            <a:pPr algn="ctr"/>
            <a:r>
              <a:rPr lang="en-US" sz="1200" dirty="0" err="1"/>
              <a:t>场景重建</a:t>
            </a:r>
            <a:endParaRPr lang="en-US" sz="1200" dirty="0"/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8172" y="1662540"/>
            <a:ext cx="827867" cy="1483262"/>
          </a:xfrm>
          <a:prstGeom prst="rect">
            <a:avLst/>
          </a:prstGeom>
        </p:spPr>
      </p:pic>
      <p:cxnSp>
        <p:nvCxnSpPr>
          <p:cNvPr id="38" name="Straight Arrow Connector 37"/>
          <p:cNvCxnSpPr>
            <a:stCxn id="10" idx="3"/>
            <a:endCxn id="36" idx="1"/>
          </p:cNvCxnSpPr>
          <p:nvPr/>
        </p:nvCxnSpPr>
        <p:spPr>
          <a:xfrm flipV="1">
            <a:off x="5233356" y="2404171"/>
            <a:ext cx="904816" cy="59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215407" y="2134815"/>
            <a:ext cx="998708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SAM</a:t>
            </a:r>
            <a:r>
              <a:rPr lang="zh-CN" altLang="en-US" sz="1400" dirty="0"/>
              <a:t>分割</a:t>
            </a:r>
            <a:endParaRPr lang="en-US" altLang="zh-CN" sz="1400" dirty="0"/>
          </a:p>
          <a:p>
            <a:r>
              <a:rPr lang="en-US" altLang="zh-CN" sz="1400" dirty="0"/>
              <a:t>tracking</a:t>
            </a:r>
            <a:endParaRPr lang="en-US" sz="1400" dirty="0"/>
          </a:p>
        </p:txBody>
      </p:sp>
      <p:sp>
        <p:nvSpPr>
          <p:cNvPr id="42" name="TextBox 41"/>
          <p:cNvSpPr txBox="1"/>
          <p:nvPr/>
        </p:nvSpPr>
        <p:spPr>
          <a:xfrm>
            <a:off x="5577284" y="3078979"/>
            <a:ext cx="222908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 </a:t>
            </a:r>
            <a:r>
              <a:rPr lang="en-US" sz="1600" dirty="0" err="1"/>
              <a:t>物体&amp;背景</a:t>
            </a:r>
            <a:endParaRPr lang="en-US" sz="1600" dirty="0"/>
          </a:p>
          <a:p>
            <a:pPr algn="ctr"/>
            <a:r>
              <a:rPr lang="en-US" altLang="zh-CN" sz="1600" dirty="0"/>
              <a:t>label</a:t>
            </a:r>
            <a:r>
              <a:rPr lang="zh-CN" altLang="en-US" sz="1600" dirty="0"/>
              <a:t> </a:t>
            </a:r>
            <a:r>
              <a:rPr lang="en-US" altLang="zh-CN" sz="1600" dirty="0"/>
              <a:t>&amp;</a:t>
            </a:r>
            <a:r>
              <a:rPr lang="zh-CN" altLang="en-US" sz="1600" dirty="0"/>
              <a:t> </a:t>
            </a:r>
            <a:r>
              <a:rPr lang="en-US" altLang="zh-CN" sz="1600" dirty="0"/>
              <a:t>2D mask</a:t>
            </a:r>
            <a:endParaRPr lang="en-US" sz="1600" dirty="0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7806" y="1706832"/>
            <a:ext cx="1638494" cy="1394295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411735" y="3168357"/>
            <a:ext cx="270718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/>
              <a:t>物体</a:t>
            </a:r>
            <a:r>
              <a:rPr lang="en-US" altLang="zh-CN" sz="1600" dirty="0"/>
              <a:t>&amp;</a:t>
            </a:r>
            <a:r>
              <a:rPr lang="zh-CN" altLang="en-US" sz="1600" dirty="0"/>
              <a:t>背景</a:t>
            </a:r>
            <a:endParaRPr lang="en-US" altLang="zh-CN" sz="1600" dirty="0"/>
          </a:p>
          <a:p>
            <a:pPr algn="ctr"/>
            <a:r>
              <a:rPr lang="en-US" sz="1400" dirty="0"/>
              <a:t>实例点云</a:t>
            </a:r>
            <a:r>
              <a:rPr lang="en-US" altLang="zh-CN" sz="1400" dirty="0"/>
              <a:t>&amp;label&amp;3D mask</a:t>
            </a:r>
            <a:endParaRPr lang="en-US" sz="1400" dirty="0"/>
          </a:p>
        </p:txBody>
      </p:sp>
      <p:pic>
        <p:nvPicPr>
          <p:cNvPr id="91" name="Picture 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60772" y="7584"/>
            <a:ext cx="1495755" cy="1332040"/>
          </a:xfrm>
          <a:prstGeom prst="rect">
            <a:avLst/>
          </a:prstGeom>
        </p:spPr>
      </p:pic>
      <p:pic>
        <p:nvPicPr>
          <p:cNvPr id="120" name="Picture 1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14824" y="7583"/>
            <a:ext cx="1494276" cy="1332040"/>
          </a:xfrm>
          <a:prstGeom prst="rect">
            <a:avLst/>
          </a:prstGeom>
        </p:spPr>
      </p:pic>
      <p:pic>
        <p:nvPicPr>
          <p:cNvPr id="121" name="Picture 1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99600" y="4637162"/>
            <a:ext cx="865779" cy="1549927"/>
          </a:xfrm>
          <a:prstGeom prst="rect">
            <a:avLst/>
          </a:prstGeom>
        </p:spPr>
      </p:pic>
      <p:cxnSp>
        <p:nvCxnSpPr>
          <p:cNvPr id="123" name="Straight Arrow Connector 122"/>
          <p:cNvCxnSpPr>
            <a:stCxn id="30" idx="3"/>
            <a:endCxn id="121" idx="1"/>
          </p:cNvCxnSpPr>
          <p:nvPr/>
        </p:nvCxnSpPr>
        <p:spPr>
          <a:xfrm flipV="1">
            <a:off x="7169858" y="5412126"/>
            <a:ext cx="829742" cy="57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/>
          <p:cNvSpPr txBox="1"/>
          <p:nvPr/>
        </p:nvSpPr>
        <p:spPr>
          <a:xfrm>
            <a:off x="7926013" y="6184396"/>
            <a:ext cx="1082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渲染新视角</a:t>
            </a:r>
            <a:endParaRPr lang="en-US" sz="1400" dirty="0"/>
          </a:p>
        </p:txBody>
      </p:sp>
      <p:sp>
        <p:nvSpPr>
          <p:cNvPr id="132" name="TextBox 131"/>
          <p:cNvSpPr txBox="1"/>
          <p:nvPr/>
        </p:nvSpPr>
        <p:spPr>
          <a:xfrm>
            <a:off x="7183502" y="5158029"/>
            <a:ext cx="7425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Render</a:t>
            </a:r>
            <a:endParaRPr lang="en-US" sz="1400" dirty="0"/>
          </a:p>
        </p:txBody>
      </p:sp>
      <p:pic>
        <p:nvPicPr>
          <p:cNvPr id="133" name="Picture 13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39097" y="-26444"/>
            <a:ext cx="797981" cy="1400093"/>
          </a:xfrm>
          <a:prstGeom prst="rect">
            <a:avLst/>
          </a:prstGeom>
        </p:spPr>
      </p:pic>
      <p:cxnSp>
        <p:nvCxnSpPr>
          <p:cNvPr id="139" name="Straight Arrow Connector 138"/>
          <p:cNvCxnSpPr>
            <a:stCxn id="133" idx="3"/>
            <a:endCxn id="120" idx="1"/>
          </p:cNvCxnSpPr>
          <p:nvPr/>
        </p:nvCxnSpPr>
        <p:spPr>
          <a:xfrm>
            <a:off x="6437078" y="673603"/>
            <a:ext cx="107774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6423039" y="407070"/>
            <a:ext cx="117846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桢匹配</a:t>
            </a:r>
            <a:r>
              <a:rPr lang="en-US" altLang="zh-CN" sz="1400" dirty="0" err="1"/>
              <a:t>+crop</a:t>
            </a:r>
            <a:endParaRPr lang="en-US" sz="1400" dirty="0"/>
          </a:p>
          <a:p>
            <a:r>
              <a:rPr lang="en-US" sz="1200" dirty="0"/>
              <a:t>per-</a:t>
            </a:r>
            <a:r>
              <a:rPr lang="en-US" sz="1200" dirty="0" err="1"/>
              <a:t>object重建</a:t>
            </a:r>
            <a:endParaRPr lang="en-US" sz="1200" dirty="0"/>
          </a:p>
        </p:txBody>
      </p:sp>
      <p:cxnSp>
        <p:nvCxnSpPr>
          <p:cNvPr id="145" name="Straight Arrow Connector 144"/>
          <p:cNvCxnSpPr>
            <a:stCxn id="120" idx="3"/>
            <a:endCxn id="91" idx="1"/>
          </p:cNvCxnSpPr>
          <p:nvPr/>
        </p:nvCxnSpPr>
        <p:spPr>
          <a:xfrm>
            <a:off x="9009100" y="673603"/>
            <a:ext cx="1351672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/>
          <p:cNvSpPr txBox="1"/>
          <p:nvPr/>
        </p:nvSpPr>
        <p:spPr>
          <a:xfrm>
            <a:off x="9450708" y="405388"/>
            <a:ext cx="979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Per-object</a:t>
            </a:r>
            <a:endParaRPr lang="en-US" sz="1400" dirty="0"/>
          </a:p>
          <a:p>
            <a:r>
              <a:rPr lang="en-US" sz="1400" dirty="0" err="1"/>
              <a:t>Mesh重建</a:t>
            </a:r>
            <a:endParaRPr lang="en-US" sz="1400" dirty="0"/>
          </a:p>
        </p:txBody>
      </p:sp>
      <p:pic>
        <p:nvPicPr>
          <p:cNvPr id="149" name="Picture 14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23290" y="1847397"/>
            <a:ext cx="1368425" cy="1231582"/>
          </a:xfrm>
          <a:prstGeom prst="rect">
            <a:avLst/>
          </a:prstGeom>
        </p:spPr>
      </p:pic>
      <p:sp>
        <p:nvSpPr>
          <p:cNvPr id="150" name="TextBox 149"/>
          <p:cNvSpPr txBox="1"/>
          <p:nvPr/>
        </p:nvSpPr>
        <p:spPr>
          <a:xfrm>
            <a:off x="10430592" y="3121223"/>
            <a:ext cx="13364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物体仿真Asset</a:t>
            </a:r>
            <a:endParaRPr lang="en-US" sz="1400" dirty="0"/>
          </a:p>
        </p:txBody>
      </p:sp>
      <p:cxnSp>
        <p:nvCxnSpPr>
          <p:cNvPr id="154" name="Straight Arrow Connector 153"/>
          <p:cNvCxnSpPr>
            <a:stCxn id="91" idx="2"/>
            <a:endCxn id="149" idx="0"/>
          </p:cNvCxnSpPr>
          <p:nvPr/>
        </p:nvCxnSpPr>
        <p:spPr>
          <a:xfrm flipH="1">
            <a:off x="11107503" y="1339624"/>
            <a:ext cx="1147" cy="5077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/>
          <p:cNvSpPr txBox="1"/>
          <p:nvPr/>
        </p:nvSpPr>
        <p:spPr>
          <a:xfrm>
            <a:off x="11054039" y="1488106"/>
            <a:ext cx="939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/>
              <a:t>导出</a:t>
            </a:r>
            <a:r>
              <a:rPr lang="zh-CN" altLang="en-US" sz="1400" dirty="0"/>
              <a:t> 适配</a:t>
            </a:r>
            <a:endParaRPr lang="en-US" sz="1400" dirty="0"/>
          </a:p>
        </p:txBody>
      </p:sp>
      <p:cxnSp>
        <p:nvCxnSpPr>
          <p:cNvPr id="163" name="Straight Arrow Connector 162"/>
          <p:cNvCxnSpPr>
            <a:stCxn id="36" idx="0"/>
            <a:endCxn id="133" idx="2"/>
          </p:cNvCxnSpPr>
          <p:nvPr/>
        </p:nvCxnSpPr>
        <p:spPr>
          <a:xfrm flipH="1" flipV="1">
            <a:off x="6038088" y="1373649"/>
            <a:ext cx="514018" cy="2888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57804" y="3966031"/>
            <a:ext cx="469900" cy="419100"/>
          </a:xfrm>
          <a:prstGeom prst="rect">
            <a:avLst/>
          </a:prstGeom>
        </p:spPr>
      </p:pic>
      <p:cxnSp>
        <p:nvCxnSpPr>
          <p:cNvPr id="15" name="Straight Arrow Connector 14"/>
          <p:cNvCxnSpPr>
            <a:stCxn id="20" idx="1"/>
            <a:endCxn id="13" idx="1"/>
          </p:cNvCxnSpPr>
          <p:nvPr/>
        </p:nvCxnSpPr>
        <p:spPr>
          <a:xfrm flipV="1">
            <a:off x="3193033" y="4175581"/>
            <a:ext cx="2064771" cy="136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34118" y="4317498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/>
              <a:t>相机位姿</a:t>
            </a:r>
            <a:endParaRPr lang="en-US" sz="1600" dirty="0"/>
          </a:p>
        </p:txBody>
      </p:sp>
      <p:cxnSp>
        <p:nvCxnSpPr>
          <p:cNvPr id="29" name="Straight Arrow Connector 28"/>
          <p:cNvCxnSpPr>
            <a:stCxn id="36" idx="3"/>
            <a:endCxn id="53" idx="1"/>
          </p:cNvCxnSpPr>
          <p:nvPr/>
        </p:nvCxnSpPr>
        <p:spPr>
          <a:xfrm flipV="1">
            <a:off x="6966039" y="2403980"/>
            <a:ext cx="1011767" cy="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/>
          <p:cNvCxnSpPr>
            <a:stCxn id="13" idx="3"/>
          </p:cNvCxnSpPr>
          <p:nvPr/>
        </p:nvCxnSpPr>
        <p:spPr>
          <a:xfrm flipV="1">
            <a:off x="5727704" y="2388514"/>
            <a:ext cx="1723423" cy="178706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990131" y="2063255"/>
            <a:ext cx="1377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/>
              <a:t>投影融合</a:t>
            </a:r>
            <a:endParaRPr lang="en-US" sz="1600" dirty="0"/>
          </a:p>
        </p:txBody>
      </p:sp>
      <p:pic>
        <p:nvPicPr>
          <p:cNvPr id="47" name="Picture 4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65420" y="3864475"/>
            <a:ext cx="1066800" cy="1244600"/>
          </a:xfrm>
          <a:prstGeom prst="rect">
            <a:avLst/>
          </a:prstGeom>
        </p:spPr>
      </p:pic>
      <p:cxnSp>
        <p:nvCxnSpPr>
          <p:cNvPr id="49" name="Straight Arrow Connector 48"/>
          <p:cNvCxnSpPr>
            <a:stCxn id="150" idx="0"/>
            <a:endCxn id="47" idx="0"/>
          </p:cNvCxnSpPr>
          <p:nvPr/>
        </p:nvCxnSpPr>
        <p:spPr>
          <a:xfrm>
            <a:off x="11098820" y="3121223"/>
            <a:ext cx="0" cy="743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/>
          <p:cNvCxnSpPr>
            <a:stCxn id="30" idx="0"/>
          </p:cNvCxnSpPr>
          <p:nvPr/>
        </p:nvCxnSpPr>
        <p:spPr>
          <a:xfrm flipH="1" flipV="1">
            <a:off x="6447453" y="4164834"/>
            <a:ext cx="1328" cy="5625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3448937" y="1572937"/>
            <a:ext cx="3651128" cy="2121586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053257" y="3171312"/>
            <a:ext cx="10465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改进</a:t>
            </a:r>
            <a:r>
              <a:rPr lang="zh-CN" altLang="en-US" sz="1400" dirty="0">
                <a:solidFill>
                  <a:srgbClr val="FF0000"/>
                </a:solidFill>
              </a:rPr>
              <a:t>：</a:t>
            </a:r>
            <a:r>
              <a:rPr lang="en-US" sz="1400" dirty="0">
                <a:solidFill>
                  <a:srgbClr val="FF0000"/>
                </a:solidFill>
              </a:rPr>
              <a:t>PQ3R分割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5917569" y="1451816"/>
            <a:ext cx="3493588" cy="1716541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7100065" y="2946393"/>
            <a:ext cx="228825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改进</a:t>
            </a:r>
            <a:r>
              <a:rPr lang="zh-CN" altLang="en-US" sz="1400" dirty="0">
                <a:solidFill>
                  <a:srgbClr val="FF0000"/>
                </a:solidFill>
              </a:rPr>
              <a:t>：</a:t>
            </a:r>
            <a:r>
              <a:rPr lang="en-US" sz="1400" dirty="0" err="1">
                <a:solidFill>
                  <a:srgbClr val="FF0000"/>
                </a:solidFill>
              </a:rPr>
              <a:t>SVLGaussian桢匹配</a:t>
            </a:r>
            <a:endParaRPr lang="en-US" sz="1400" dirty="0">
              <a:solidFill>
                <a:srgbClr val="FF0000"/>
              </a:solidFill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9502710" y="-2343"/>
            <a:ext cx="2365622" cy="3479732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801561" y="3481506"/>
            <a:ext cx="2498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rgbClr val="FF0000"/>
                </a:solidFill>
              </a:rPr>
              <a:t>改进</a:t>
            </a:r>
            <a:r>
              <a:rPr lang="zh-CN" altLang="en-US" sz="1600" dirty="0">
                <a:solidFill>
                  <a:srgbClr val="FF0000"/>
                </a:solidFill>
              </a:rPr>
              <a:t>：</a:t>
            </a:r>
            <a:r>
              <a:rPr lang="en-US" sz="1600" dirty="0">
                <a:solidFill>
                  <a:srgbClr val="FF0000"/>
                </a:solidFill>
              </a:rPr>
              <a:t>Hunyuan3D/Meshy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5368243" y="-2342"/>
            <a:ext cx="4211362" cy="1357239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6379355" y="1008707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err="1">
                <a:solidFill>
                  <a:srgbClr val="FF0000"/>
                </a:solidFill>
              </a:rPr>
              <a:t>改进</a:t>
            </a:r>
            <a:r>
              <a:rPr lang="zh-CN" altLang="en-US" sz="1400" dirty="0">
                <a:solidFill>
                  <a:srgbClr val="FF0000"/>
                </a:solidFill>
              </a:rPr>
              <a:t>：</a:t>
            </a:r>
            <a:r>
              <a:rPr lang="en-US" sz="1400" dirty="0" err="1">
                <a:solidFill>
                  <a:srgbClr val="FF0000"/>
                </a:solidFill>
              </a:rPr>
              <a:t>点云补全</a:t>
            </a:r>
            <a:endParaRPr lang="en-US" sz="1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WPS Presentation</Application>
  <PresentationFormat>Widescreen</PresentationFormat>
  <Paragraphs>53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6" baseType="lpstr">
      <vt:lpstr>Arial</vt:lpstr>
      <vt:lpstr>SimSun</vt:lpstr>
      <vt:lpstr>Wingdings</vt:lpstr>
      <vt:lpstr>Aptos</vt:lpstr>
      <vt:lpstr>Helvetica Neue</vt:lpstr>
      <vt:lpstr>SimSun</vt:lpstr>
      <vt:lpstr>汉仪书宋二KW</vt:lpstr>
      <vt:lpstr>等线</vt:lpstr>
      <vt:lpstr>汉仪中等线KW</vt:lpstr>
      <vt:lpstr>Microsoft YaHei</vt:lpstr>
      <vt:lpstr>汉仪旗黑</vt:lpstr>
      <vt:lpstr>Arial Unicode MS</vt:lpstr>
      <vt:lpstr>Aptos Display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Interstellar</dc:creator>
  <cp:lastModifiedBy>楼高可摘星</cp:lastModifiedBy>
  <cp:revision>3</cp:revision>
  <dcterms:created xsi:type="dcterms:W3CDTF">2026-06-19T21:21:39Z</dcterms:created>
  <dcterms:modified xsi:type="dcterms:W3CDTF">2026-06-19T21:21:39Z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2C48F98CB0DC489BBCB2356A1C7D83DD_42</vt:lpwstr>
  </property>
  <property fmtid="{D5CDD505-2E9C-101B-9397-08002B2CF9AE}" pid="3" name="KSOProductBuildVer">
    <vt:lpwstr>1033-12.1.25895.25895</vt:lpwstr>
  </property>
</Properties>
</file>